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CF0"/>
    <a:srgbClr val="0041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6DE6F-0C67-4FED-B009-8FC178C5BEC6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5D51A-0929-4E48-8603-198396BE93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53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6C7F7-15A0-36D1-F5ED-3DDE169DB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771514-3617-C3E4-D6EA-9E3E6FFC8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30BA9C-D25E-1CB4-9AC2-903AE3D9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446211-CF5B-D4D7-F757-393EB37E8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3AD15E-D975-8233-6A50-059FCCFD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63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15213-9B86-5FCA-68A5-AA145337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7AA73F-47FE-4FD1-8C8C-952576FD7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6F2F9C-647C-B7B6-79E0-47D0F30C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B834CC-E694-412C-26E1-337ACC9D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B72AF6-1019-47C8-819D-21372422A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35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B7979-D5D2-BE3D-930E-E8727361A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6858F6-228B-ECBD-ACD4-65FFCC8D1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CC0F9E-2FA8-7936-0791-7A53124B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6FD61C-6A7C-1BE3-C789-005898C1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C086A9-3971-3A40-6F40-52670347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184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7CF7B-0882-7122-F7DB-49FF1C58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68B44E-E2FF-603F-D603-F6CA6B9023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E9C369-FA74-12CE-4DD4-0BC3A18DC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4426A6-0A6C-8ADD-33FF-728FEE157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913341-4C2B-638A-FAAC-B4F4817AE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A65B4A-3E56-B6FD-FFFF-4A18E7BF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588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CC854-B879-9588-50E8-598215C0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A7F54B-6F58-9A48-26DD-F254BBCDD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183C6C-1091-FA56-0F07-5C107299E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F5C61F-B934-7235-8922-BEDA248AE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CFAFD8-A3AE-3481-23F8-092852B04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7196D3-6912-C1EA-15B9-5BF075B60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6DC71E-7347-B4FE-E360-518A61B6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DA9B39-1F5C-ADF4-4D55-E96D801D1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50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C1C4F-55BC-BF0C-7147-29FC1793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175EFDD-BAD1-493D-817A-49E3B48E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B980DA-6ED8-B049-A354-C7F38CA2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83FF24-2D21-04B5-3F17-D38734BF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80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DB9BC9F-9C97-4714-E748-6747B186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0E25865-B20B-6B90-2A5D-BB1C4C92B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7500A4-1447-822D-CF0A-F5F2F28D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98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FBABA-9716-1380-22FE-19B1AC3DA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2D6692-8F4E-6B3B-626C-7A60C1F9D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CF7D50-7DB9-BC5F-E0CE-312034B16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FCD424-A2E2-892B-556C-FA8DCC55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D71F8E-EBF1-CA19-7985-378EBF146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1D14A1-1E89-AF1E-02F4-10C72CA3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515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D1EAF-2EDE-A1B3-4262-28249068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1B9D7A-1B54-8E84-A3E6-F5F21F72C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A6D132-2661-1328-F558-79033F9F0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190F4F-F72E-905C-8259-1C18D6C1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E2A689-1CE3-E6FF-5D9F-CCCD15DF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F9E782-B675-B887-C266-D7F232F5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600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1F4EC-DCD0-64B2-1C7F-5B891EAE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A1ED8E-5E77-A8F8-721D-02712B40F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02D9F2-2091-DECA-1E2E-07771AE0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C2DE91-E23A-107C-5504-7E3E74CF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E529A9-704C-4BF5-418A-76540338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9645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4A8430-15A5-BFA4-0734-BA2BEE1CE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223FBA-B42C-3624-B693-52BE6F945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0D6D4F-809A-C412-FE56-A8164A51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7FBDA9-F44C-6E2D-132C-7CFB02E7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DE614-FA65-D83B-CF5A-1A6785CC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99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6D3A1E2-46B3-EB6F-53EB-D144B8EEE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568E1E-078F-ACE3-CE7D-AC4531896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7B417-BAFC-B98C-584C-881541354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EBA83-E478-467A-AF6C-F43DB4175228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9E89E-1B9A-028B-53DF-9761B3D3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9B830-7831-1700-569E-ACE3121C3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1F905E-1E7B-4682-B4E9-898723E661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881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AD6DE5AE-D759-BDB8-5F91-922C516E4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AFC0274-0E90-BDEC-9DD4-A2B4B881F789}"/>
              </a:ext>
            </a:extLst>
          </p:cNvPr>
          <p:cNvSpPr txBox="1"/>
          <p:nvPr/>
        </p:nvSpPr>
        <p:spPr>
          <a:xfrm>
            <a:off x="4902960" y="997215"/>
            <a:ext cx="6781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400" dirty="0">
                <a:solidFill>
                  <a:srgbClr val="004172"/>
                </a:solidFill>
                <a:latin typeface="Brotherhood" panose="02000600000000000000" pitchFamily="50" charset="0"/>
              </a:rPr>
              <a:t>Estação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020AC6-6967-AABA-0E80-31F0D4528970}"/>
              </a:ext>
            </a:extLst>
          </p:cNvPr>
          <p:cNvSpPr txBox="1"/>
          <p:nvPr/>
        </p:nvSpPr>
        <p:spPr>
          <a:xfrm>
            <a:off x="2523297" y="2295828"/>
            <a:ext cx="55975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200" dirty="0">
                <a:solidFill>
                  <a:srgbClr val="00ACF0"/>
                </a:solidFill>
                <a:latin typeface="Brotherhood" panose="02000600000000000000" pitchFamily="50" charset="0"/>
              </a:rPr>
              <a:t>Samarco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B180FA4-9D6C-CB96-5707-D9803A237C6F}"/>
              </a:ext>
            </a:extLst>
          </p:cNvPr>
          <p:cNvSpPr txBox="1"/>
          <p:nvPr/>
        </p:nvSpPr>
        <p:spPr>
          <a:xfrm>
            <a:off x="3090153" y="4878175"/>
            <a:ext cx="6011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spc="300" dirty="0">
                <a:solidFill>
                  <a:srgbClr val="004172"/>
                </a:solidFill>
                <a:latin typeface="Museo Sans 500" panose="02000000000000000000" pitchFamily="50" charset="0"/>
              </a:rPr>
              <a:t>Cursos de capacitação para</a:t>
            </a:r>
          </a:p>
          <a:p>
            <a:pPr algn="ctr"/>
            <a:r>
              <a:rPr lang="pt-BR" sz="2800" b="1" spc="300" dirty="0">
                <a:solidFill>
                  <a:srgbClr val="004172"/>
                </a:solidFill>
                <a:latin typeface="Museo Sans 500" panose="02000000000000000000" pitchFamily="50" charset="0"/>
              </a:rPr>
              <a:t>você construir sua carreira.</a:t>
            </a:r>
          </a:p>
        </p:txBody>
      </p:sp>
    </p:spTree>
    <p:extLst>
      <p:ext uri="{BB962C8B-B14F-4D97-AF65-F5344CB8AC3E}">
        <p14:creationId xmlns:p14="http://schemas.microsoft.com/office/powerpoint/2010/main" val="3070389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B7DBE-F022-08E0-93AB-FB06AF20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52A5655-ED04-AF9F-0ED9-C8A0E8A8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7" t="31519" r="15060" b="32639"/>
          <a:stretch>
            <a:fillRect/>
          </a:stretch>
        </p:blipFill>
        <p:spPr>
          <a:xfrm>
            <a:off x="9893300" y="6070600"/>
            <a:ext cx="1981200" cy="541867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76863CD-7AC7-9F9A-8F72-E77677A45FE9}"/>
              </a:ext>
            </a:extLst>
          </p:cNvPr>
          <p:cNvSpPr txBox="1"/>
          <p:nvPr/>
        </p:nvSpPr>
        <p:spPr>
          <a:xfrm>
            <a:off x="830910" y="-758920"/>
            <a:ext cx="490537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0" b="0" i="0" u="none" strike="noStrike" kern="1200" cap="none" spc="0" normalizeH="0" baseline="0" noProof="0" dirty="0" err="1">
                <a:ln>
                  <a:noFill/>
                </a:ln>
                <a:solidFill>
                  <a:srgbClr val="94C01F"/>
                </a:solidFill>
                <a:effectLst/>
                <a:uLnTx/>
                <a:uFillTx/>
                <a:latin typeface="Brotherhood" panose="02000600000000000000" pitchFamily="50" charset="0"/>
                <a:ea typeface="+mn-ea"/>
                <a:cs typeface="+mn-cs"/>
              </a:rPr>
              <a:t>xxxx</a:t>
            </a:r>
            <a:endParaRPr kumimoji="0" lang="pt-BR" sz="35000" b="0" i="0" u="none" strike="noStrike" kern="1200" cap="none" spc="0" normalizeH="0" baseline="0" noProof="0" dirty="0">
              <a:ln>
                <a:noFill/>
              </a:ln>
              <a:solidFill>
                <a:srgbClr val="94C01F"/>
              </a:solidFill>
              <a:effectLst/>
              <a:uLnTx/>
              <a:uFillTx/>
              <a:latin typeface="Brotherhood" panose="02000600000000000000" pitchFamily="50" charset="0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1FD116-4F04-3059-4CE6-62EDD70B451C}"/>
              </a:ext>
            </a:extLst>
          </p:cNvPr>
          <p:cNvSpPr txBox="1"/>
          <p:nvPr/>
        </p:nvSpPr>
        <p:spPr>
          <a:xfrm>
            <a:off x="568327" y="3334508"/>
            <a:ext cx="4752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004172"/>
                </a:solidFill>
                <a:latin typeface="Museo Sans 500" panose="02000000000000000000" pitchFamily="50" charset="0"/>
              </a:rPr>
              <a:t>xxxxxxxxxxxxxxxxxxxxxxxx</a:t>
            </a:r>
            <a:endParaRPr lang="pt-BR" sz="2800" b="1" dirty="0">
              <a:solidFill>
                <a:srgbClr val="004172"/>
              </a:solidFill>
              <a:latin typeface="Museo Sans 500" panose="02000000000000000000" pitchFamily="50" charset="0"/>
            </a:endParaRPr>
          </a:p>
          <a:p>
            <a:r>
              <a:rPr lang="pt-BR" sz="2800" dirty="0" err="1">
                <a:solidFill>
                  <a:srgbClr val="004172"/>
                </a:solidFill>
                <a:latin typeface="Museo Sans 500" panose="02000000000000000000" pitchFamily="50" charset="0"/>
              </a:rPr>
              <a:t>xxxxxxxxxxxxxxxxxxxxxxxx</a:t>
            </a:r>
            <a:endParaRPr lang="pt-BR" sz="2800" b="1" dirty="0">
              <a:solidFill>
                <a:srgbClr val="004172"/>
              </a:solidFill>
              <a:latin typeface="Museo Sans 500" panose="02000000000000000000" pitchFamily="50" charset="0"/>
            </a:endParaRPr>
          </a:p>
          <a:p>
            <a:r>
              <a:rPr lang="pt-BR" sz="2800" dirty="0" err="1">
                <a:solidFill>
                  <a:srgbClr val="004172"/>
                </a:solidFill>
                <a:latin typeface="Museo Sans 500" panose="02000000000000000000" pitchFamily="50" charset="0"/>
              </a:rPr>
              <a:t>xxxxxxxxxxxxxxxxxxxxxxxx</a:t>
            </a:r>
            <a:endParaRPr lang="pt-BR" sz="2800" b="1" dirty="0">
              <a:solidFill>
                <a:srgbClr val="004172"/>
              </a:solidFill>
              <a:latin typeface="Museo Sans 500" panose="02000000000000000000" pitchFamily="50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77E03F-C052-1ABB-F414-B16F52073607}"/>
              </a:ext>
            </a:extLst>
          </p:cNvPr>
          <p:cNvSpPr txBox="1"/>
          <p:nvPr/>
        </p:nvSpPr>
        <p:spPr>
          <a:xfrm>
            <a:off x="6608117" y="3334508"/>
            <a:ext cx="4752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err="1">
                <a:solidFill>
                  <a:srgbClr val="004172"/>
                </a:solidFill>
                <a:latin typeface="Museo Sans 500" panose="02000000000000000000" pitchFamily="50" charset="0"/>
              </a:rPr>
              <a:t>xxxxxxxxxxxxxxxxxxxxxxxx</a:t>
            </a:r>
            <a:endParaRPr lang="pt-BR" sz="2800" b="1" dirty="0">
              <a:solidFill>
                <a:srgbClr val="004172"/>
              </a:solidFill>
              <a:latin typeface="Museo Sans 500" panose="02000000000000000000" pitchFamily="50" charset="0"/>
            </a:endParaRPr>
          </a:p>
          <a:p>
            <a:r>
              <a:rPr lang="pt-BR" sz="2800" dirty="0" err="1">
                <a:solidFill>
                  <a:srgbClr val="004172"/>
                </a:solidFill>
                <a:latin typeface="Museo Sans 500" panose="02000000000000000000" pitchFamily="50" charset="0"/>
              </a:rPr>
              <a:t>xxxxxxxxxxxxxxxxxxxxxxxx</a:t>
            </a:r>
            <a:endParaRPr lang="pt-BR" sz="2800" b="1" dirty="0">
              <a:solidFill>
                <a:srgbClr val="004172"/>
              </a:solidFill>
              <a:latin typeface="Museo Sans 500" panose="02000000000000000000" pitchFamily="50" charset="0"/>
            </a:endParaRPr>
          </a:p>
          <a:p>
            <a:r>
              <a:rPr lang="pt-BR" sz="2800" dirty="0" err="1">
                <a:solidFill>
                  <a:srgbClr val="004172"/>
                </a:solidFill>
                <a:latin typeface="Museo Sans 500" panose="02000000000000000000" pitchFamily="50" charset="0"/>
              </a:rPr>
              <a:t>xxxxxxxxxxxxxxxxxxxxxxxx</a:t>
            </a:r>
            <a:endParaRPr lang="pt-BR" sz="2800" b="1" dirty="0">
              <a:solidFill>
                <a:srgbClr val="004172"/>
              </a:solidFill>
              <a:latin typeface="Museo Sans 500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80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id="{4394557F-02D8-3344-2EF6-755CC9419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0A71AC1-29B7-4EFF-6415-381F464AC466}"/>
              </a:ext>
            </a:extLst>
          </p:cNvPr>
          <p:cNvSpPr/>
          <p:nvPr/>
        </p:nvSpPr>
        <p:spPr>
          <a:xfrm>
            <a:off x="501215" y="550156"/>
            <a:ext cx="48137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4172"/>
                </a:solidFill>
                <a:effectLst/>
                <a:uLnTx/>
                <a:uFillTx/>
                <a:latin typeface="Museo Sans 500" panose="02000000000000000000" pitchFamily="50" charset="0"/>
                <a:cs typeface="Arial" panose="020B0604020202020204" pitchFamily="34" charset="0"/>
              </a:rPr>
              <a:t>xxxxxx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4172"/>
              </a:solidFill>
              <a:effectLst/>
              <a:uLnTx/>
              <a:uFillTx/>
              <a:latin typeface="Museo Sans 500" panose="02000000000000000000" pitchFamily="50" charset="0"/>
              <a:cs typeface="Arial" panose="020B06040202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F25311F-F6CE-8D79-B01D-6D85B7F864CE}"/>
              </a:ext>
            </a:extLst>
          </p:cNvPr>
          <p:cNvCxnSpPr>
            <a:cxnSpLocks/>
          </p:cNvCxnSpPr>
          <p:nvPr/>
        </p:nvCxnSpPr>
        <p:spPr>
          <a:xfrm>
            <a:off x="603441" y="2647763"/>
            <a:ext cx="4284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0665EB8-DD7F-150F-D3B1-EDA6328191EC}"/>
              </a:ext>
            </a:extLst>
          </p:cNvPr>
          <p:cNvCxnSpPr>
            <a:cxnSpLocks/>
          </p:cNvCxnSpPr>
          <p:nvPr/>
        </p:nvCxnSpPr>
        <p:spPr>
          <a:xfrm>
            <a:off x="603441" y="4043036"/>
            <a:ext cx="4284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972F91A-3670-EC0B-0F25-56EBE531FE74}"/>
              </a:ext>
            </a:extLst>
          </p:cNvPr>
          <p:cNvCxnSpPr>
            <a:cxnSpLocks/>
          </p:cNvCxnSpPr>
          <p:nvPr/>
        </p:nvCxnSpPr>
        <p:spPr>
          <a:xfrm>
            <a:off x="603441" y="5337735"/>
            <a:ext cx="42840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52C767D3-D42A-E91C-C208-172BBB38D54E}"/>
              </a:ext>
            </a:extLst>
          </p:cNvPr>
          <p:cNvSpPr txBox="1"/>
          <p:nvPr/>
        </p:nvSpPr>
        <p:spPr>
          <a:xfrm>
            <a:off x="501215" y="1430879"/>
            <a:ext cx="1933081" cy="50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ACF0"/>
                </a:solidFill>
                <a:effectLst/>
                <a:uLnTx/>
                <a:uFillTx/>
                <a:latin typeface="Museo Sans 500" panose="02000000000000000000" pitchFamily="50" charset="0"/>
              </a:rPr>
              <a:t>xxxxx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rgbClr val="00ACF0"/>
              </a:solidFill>
              <a:effectLst/>
              <a:uLnTx/>
              <a:uFillTx/>
              <a:latin typeface="Museo Sans 500" panose="02000000000000000000" pitchFamily="50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B526932-948F-FBD7-94A2-19EAE42F4373}"/>
              </a:ext>
            </a:extLst>
          </p:cNvPr>
          <p:cNvSpPr txBox="1"/>
          <p:nvPr/>
        </p:nvSpPr>
        <p:spPr>
          <a:xfrm>
            <a:off x="501215" y="1813076"/>
            <a:ext cx="4695712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4172"/>
                </a:solidFill>
                <a:effectLst/>
                <a:uLnTx/>
                <a:uFillTx/>
                <a:latin typeface="Museo Sans 500" panose="02000000000000000000" pitchFamily="50" charset="0"/>
                <a:sym typeface="Calibri"/>
              </a:rPr>
              <a:t>xxxxxxxxx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4172"/>
              </a:solidFill>
              <a:effectLst/>
              <a:uLnTx/>
              <a:uFillTx/>
              <a:latin typeface="Museo Sans 500" panose="02000000000000000000" pitchFamily="50" charset="0"/>
              <a:sym typeface="Arial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43992C6-1FD7-E00A-9AC4-ADDFC0F4DF9A}"/>
              </a:ext>
            </a:extLst>
          </p:cNvPr>
          <p:cNvSpPr txBox="1"/>
          <p:nvPr/>
        </p:nvSpPr>
        <p:spPr>
          <a:xfrm>
            <a:off x="501215" y="2798407"/>
            <a:ext cx="1372900" cy="50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ACF0"/>
                </a:solidFill>
                <a:effectLst/>
                <a:uLnTx/>
                <a:uFillTx/>
                <a:latin typeface="Museo Sans 500" panose="02000000000000000000" pitchFamily="50" charset="0"/>
              </a:rPr>
              <a:t>xxxxxx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rgbClr val="00ACF0"/>
              </a:solidFill>
              <a:effectLst/>
              <a:uLnTx/>
              <a:uFillTx/>
              <a:latin typeface="Museo Sans 500" panose="02000000000000000000" pitchFamily="50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58B5D13-BEBD-EFE9-DFCE-A31C02CDA1FE}"/>
              </a:ext>
            </a:extLst>
          </p:cNvPr>
          <p:cNvSpPr txBox="1"/>
          <p:nvPr/>
        </p:nvSpPr>
        <p:spPr>
          <a:xfrm>
            <a:off x="501215" y="3181020"/>
            <a:ext cx="4420035" cy="2862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4172"/>
                </a:solidFill>
                <a:effectLst/>
                <a:uLnTx/>
                <a:uFillTx/>
                <a:latin typeface="Museo Sans 500" panose="02000000000000000000" pitchFamily="50" charset="0"/>
                <a:sym typeface="Calibri"/>
              </a:rPr>
              <a:t>xxxxxxxxxxxx</a:t>
            </a:r>
            <a:endParaRPr lang="en-US" sz="1400" b="1" i="0" u="none" strike="noStrike" kern="1200" cap="none" spc="0" normalizeH="0" baseline="0" noProof="0" dirty="0">
              <a:ln>
                <a:noFill/>
              </a:ln>
              <a:solidFill>
                <a:srgbClr val="004172"/>
              </a:solidFill>
              <a:effectLst/>
              <a:uLnTx/>
              <a:uFillTx/>
              <a:latin typeface="Museo Sans 500" panose="02000000000000000000" pitchFamily="50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6E1B323-664A-0C0B-703F-9807F3C16056}"/>
              </a:ext>
            </a:extLst>
          </p:cNvPr>
          <p:cNvSpPr txBox="1"/>
          <p:nvPr/>
        </p:nvSpPr>
        <p:spPr>
          <a:xfrm>
            <a:off x="501215" y="4193679"/>
            <a:ext cx="2495933" cy="50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noProof="0" dirty="0" err="1">
                <a:solidFill>
                  <a:srgbClr val="00ACF0"/>
                </a:solidFill>
                <a:latin typeface="Museo Sans 500" panose="02000000000000000000" pitchFamily="50" charset="0"/>
              </a:rPr>
              <a:t>xxxxx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rgbClr val="00ACF0"/>
              </a:solidFill>
              <a:effectLst/>
              <a:uLnTx/>
              <a:uFillTx/>
              <a:latin typeface="Museo Sans 500" panose="02000000000000000000" pitchFamily="50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70D613D-53C3-2281-B4E2-4B39E3E355A0}"/>
              </a:ext>
            </a:extLst>
          </p:cNvPr>
          <p:cNvSpPr txBox="1"/>
          <p:nvPr/>
        </p:nvSpPr>
        <p:spPr>
          <a:xfrm>
            <a:off x="501215" y="4597136"/>
            <a:ext cx="44200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4172"/>
                </a:solidFill>
                <a:effectLst/>
                <a:uLnTx/>
                <a:uFillTx/>
                <a:latin typeface="Museo Sans 500" panose="02000000000000000000" pitchFamily="50" charset="0"/>
                <a:sym typeface="Calibri"/>
              </a:rPr>
              <a:t>xxxxxxxxxxxxx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4172"/>
              </a:solidFill>
              <a:effectLst/>
              <a:uLnTx/>
              <a:uFillTx/>
              <a:latin typeface="Museo Sans 500" panose="02000000000000000000" pitchFamily="50" charset="0"/>
              <a:sym typeface="Arial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9FDD663-16ED-E138-2406-8A087F1A1E49}"/>
              </a:ext>
            </a:extLst>
          </p:cNvPr>
          <p:cNvSpPr txBox="1"/>
          <p:nvPr/>
        </p:nvSpPr>
        <p:spPr>
          <a:xfrm>
            <a:off x="501215" y="5506136"/>
            <a:ext cx="1564668" cy="50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ACF0"/>
                </a:solidFill>
                <a:effectLst/>
                <a:uLnTx/>
                <a:uFillTx/>
                <a:latin typeface="Museo Sans 500" panose="02000000000000000000" pitchFamily="50" charset="0"/>
              </a:rPr>
              <a:t>xxxxx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srgbClr val="00ACF0"/>
              </a:solidFill>
              <a:effectLst/>
              <a:uLnTx/>
              <a:uFillTx/>
              <a:latin typeface="Museo Sans 500" panose="02000000000000000000" pitchFamily="50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D0B9DA-66F5-51E9-5DC6-A3C3B8AA3024}"/>
              </a:ext>
            </a:extLst>
          </p:cNvPr>
          <p:cNvSpPr txBox="1"/>
          <p:nvPr/>
        </p:nvSpPr>
        <p:spPr>
          <a:xfrm>
            <a:off x="501214" y="5884792"/>
            <a:ext cx="4813735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4172"/>
                </a:solidFill>
                <a:effectLst/>
                <a:uLnTx/>
                <a:uFillTx/>
                <a:latin typeface="Museo Sans 500" panose="02000000000000000000" pitchFamily="50" charset="0"/>
              </a:rPr>
              <a:t>xxxxxxxxxxx</a:t>
            </a:r>
            <a:endParaRPr kumimoji="0" lang="pt-BR" sz="1400" b="1" i="0" u="none" strike="noStrike" kern="1200" cap="none" spc="0" normalizeH="0" baseline="0" noProof="0" dirty="0">
              <a:ln>
                <a:noFill/>
              </a:ln>
              <a:solidFill>
                <a:srgbClr val="004172"/>
              </a:solidFill>
              <a:effectLst/>
              <a:uLnTx/>
              <a:uFillTx/>
              <a:latin typeface="Museo Sans 500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43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27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Brotherhood</vt:lpstr>
      <vt:lpstr>Museo Sans 500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Rayane Souza Dieguez</dc:creator>
  <cp:lastModifiedBy>Rayane Souza Dieguez</cp:lastModifiedBy>
  <cp:revision>1</cp:revision>
  <dcterms:created xsi:type="dcterms:W3CDTF">2026-04-28T18:18:33Z</dcterms:created>
  <dcterms:modified xsi:type="dcterms:W3CDTF">2026-04-28T18:51:55Z</dcterms:modified>
</cp:coreProperties>
</file>